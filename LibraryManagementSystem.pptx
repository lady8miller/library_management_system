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6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60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2563EB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BEAFE"/>
                </a:solidFill>
              </a:rPr>
              <a:t>FINAL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47472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 ·  JWT + RBAC  ·  H2 Database  ·  demo10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749040"/>
            <a:ext cx="3657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 проекте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система управления библиотекой на Spring Boot 3 с JWT аутентификацией и ролевой моделью доступа (RBAC).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Просмотр, поиск и аренда книг через REST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01168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011680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5786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Одобрение и отклонение запросов на аренду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5786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 — пользователи и книги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доступ (без токена): поиск и просмотр книг, чтение отзывов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проекта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72484" y="1143000"/>
            <a:ext cx="5029200" cy="3703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src/main/java/com/example/demo10/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         SecurityConfig, DataInitializer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     AuthController, BookController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BorrowController, AdminController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dto/            AuthDTOs, BookDTO, BorrowDTO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entity/         User, Book, Borrow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     UserRepository, BookRepository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BorrowRepository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        AuthService, BookService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BorrowService, UserService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security/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jwt/        JwtUtil, JwtFilter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userdetails/ CustomUserDetailsService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exception/      GlobalExceptionHandler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Demo10Application.java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0" y="1188720"/>
            <a:ext cx="3017520" cy="68580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18872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25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запросы / ответы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69480" y="1883664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084832"/>
            <a:ext cx="3017520" cy="68580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084832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121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432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логика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2779776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980944"/>
            <a:ext cx="3017520" cy="68580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980944"/>
            <a:ext cx="73152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328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JPA запросы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9480" y="3675888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3877056"/>
            <a:ext cx="3017520" cy="68580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3877056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4224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 БД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4663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JwtFilter (Security layer)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Роли и доступ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20116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 — просмотр всех книг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/api/books/search — поиск и фильтрация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/api/books/{id} — детали книги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58444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&amp; /register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1143000"/>
            <a:ext cx="20116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166420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/api/borrows/request/{id} — запрос аренды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33472" y="230428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/api/borrows/return/{id} — возврат книги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33472" y="294436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/api/borrows/my — своя история аренды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33472" y="358444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/api/books/{id}/review — отзыв (1-5)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143000"/>
            <a:ext cx="2011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9744" y="166420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/api/borrows/pending — все запросы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9744" y="230428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/api/borrows/approve/{id} — одобрить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9744" y="294436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/api/borrows/reject/{id} — отклонить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9744" y="358444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/api/borrows/all — все записи аренды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76288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76288" y="1143000"/>
            <a:ext cx="201168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86016" y="166420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/api/books/create — добавить книгу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86016" y="230428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/api/books/update/{id} — обновить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86016" y="294436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/api/books/delete/{id} — удалить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86016" y="358444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GET/PATCH/DELETE /api/admin/users — юзеры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аутентификация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81328" y="164592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10312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762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1280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+ password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32588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72968" y="164592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210312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40280" y="21762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523744"/>
            <a:ext cx="1280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Сервер создаёт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</a:t>
            </a:r>
            <a:r>
              <a:rPr lang="en-US" sz="10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токен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3258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64608" y="164592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58768" y="210312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0" y="21762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523744"/>
            <a:ext cx="1280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&lt;token&gt;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97880" y="132588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6248" y="164592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0408" y="210312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23560" y="21762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2523744"/>
            <a:ext cx="1280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Извлекает username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 токена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1325880"/>
            <a:ext cx="640080" cy="640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42048" y="2103120"/>
            <a:ext cx="1417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21762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523744"/>
            <a:ext cx="1280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Security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проверяет роль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352044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✓  Доступ разрешён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352044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  403 Forbidden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0233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</a:rPr>
              <a:t>роль совпадает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40233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роль не совпадает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файлы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887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2064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SecurityConfig.java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755648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Настраивает доступ к эндпоинтам по ролям. Подключает JwtFilter. Отключает сессии — приложение работает stateless через токены.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11887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1887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1184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DataInitializer.java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01184" y="1755648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создаёт 3 пользователей (admin, manager, user1) и 5 книг при каждом старте приложения.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45059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450592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523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security/jwt/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JwtUtil.java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3017520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generateToken() — создаёт JWT на 24ч. extractUsername() — достаёт имя из токена. isTokenValid() — проверяет срок и подпись.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245059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450592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523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security/jwt/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01184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JwtFilter.java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1184" y="3017520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Перехватывает каждый HTTP запрос. Читает заголовок Authorization, валидирует токен и устанавливает аутентификацию в SecurityContext.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712464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3712464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785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security/userdetails/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CustomUserDetailsService.java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" y="427939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Реализует UserDetailsService. Загружает пользователя из БД по username. Используется при логине и в JwtFilter.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3712464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712464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3785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GlobalExceptionHandler.java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427939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Перехватывает все ошибки. RuntimeException → 400. AuthException → 401. AccessDenied → 403. Возвращает JSON с timestamp и сообщением.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&amp; Controller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887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2064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AuthService.java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755648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регистрации (проверка уникальности, BCrypt шифрование) и логина (проверка credentials, генерация JWT).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11887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1887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1184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BookService.java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01184" y="1755648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для книг. Поиск и фильтрация. reviewBook() пересчитывает средний рейтинг при каждом новом отзыве.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45059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450592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523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BorrowService.java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3017520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сервис. requestBorrow → PENDING. approveBorrow → APPROVED + уменьшает availableCopies. returnBook → RETURNED + восстанавливает.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245059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450592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523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01184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UserService.java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1184" y="3017520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операции: список пользователей, поиск по id, изменение роли (повышение/понижение), удаление.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712464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3712464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785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BorrowController.java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" y="427939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объект Authentication автоматически получает username текущего пользователя из токена — не нужно передавать в теле запроса.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3712464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712464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3785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AuthDTOs, BookDTO, BorrowDTO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427939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для передачи данных между клиентом и сервером. Защищают entity от прямого использования в API.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эндпоинты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148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214884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PUBLIC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/api/books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1401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/api/books/search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039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4059936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33472" y="1170432"/>
            <a:ext cx="2148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33472" y="1170432"/>
            <a:ext cx="21488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11704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USER+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171907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7190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0" y="1975104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/api/borrows/request/{id}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0" y="2414016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41401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0" y="267004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/api/borrows/return/{id}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0" y="310896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1089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0" y="336499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/api/borrows/my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0" y="380390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8039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0" y="4059936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/api/books/{id}/review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9472" y="1170432"/>
            <a:ext cx="2148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19472" y="1170432"/>
            <a:ext cx="21488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1704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MANAGER+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171907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17190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29200" y="1975104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/api/borrows/pending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0" y="2414016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41401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29200" y="267004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/api/borrows/approve/{id}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0" y="310896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1089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29200" y="336499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/api/borrows/reject/{id}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29200" y="380390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8039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029200" y="4059936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/api/borrows/all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03720" y="1176917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03720" y="1170432"/>
            <a:ext cx="19202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13448" y="171907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13448" y="17190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POST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013448" y="197510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/api/books/create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013448" y="2414016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13448" y="241401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PUT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013448" y="267004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/api/books/update/{id}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013448" y="310896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13448" y="31089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</a:rPr>
              <a:t>DELETE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013448" y="336499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/api/books/delete/{id}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013448" y="380390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3448" y="38039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PATCH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013448" y="4059936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/api/admin/users/{id}/role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Демонстрация — Postman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56616" y="117043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64748B">
              <a:alpha val="1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1704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</a:rPr>
              <a:t>PUBLIC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32688" y="11521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GET /api/books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4264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книг без токена — публичный доступ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45736" y="117043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11704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</a:rPr>
              <a:t>USER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321808" y="11521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POST /auth/login (user1/user123)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21808" y="14264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Получаем JWT токен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" y="192024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92024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</a:rPr>
              <a:t>USER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32688" y="1901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POST /borrows/request/1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аренды → статус PENDING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45736" y="192024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92024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</a:rPr>
              <a:t>MANAGER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21808" y="1901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POST /auth/login (manager)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21808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менеджера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" y="267004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26700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</a:rPr>
              <a:t>MANAGER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2688" y="26517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GET /borrows/pending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29260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 запрос в очереди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45736" y="267004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26700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</a:rPr>
              <a:t>MANAGER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21808" y="26517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POST /borrows/approve/1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29260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Одобряем → статус APPROVED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6616" y="3419856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34198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</a:rPr>
              <a:t>USER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32688" y="34015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POST /borrows/return/1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36758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Возвращаем книгу → RETURNED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45736" y="3419856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1A2B4A">
              <a:alpha val="15000"/>
            </a:srgb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34198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4A"/>
                </a:solidFill>
              </a:rPr>
              <a:t>ADMIN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21808" y="34015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POST /auth/login (admin)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21808" y="36758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администратора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6616" y="416966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1A2B4A">
              <a:alpha val="15000"/>
            </a:srgb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4169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4A"/>
                </a:solidFill>
              </a:rPr>
              <a:t>ADMIN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32688" y="41513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POST /books/create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2688" y="44256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новую книгу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45736" y="416966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1A2B4A">
              <a:alpha val="15000"/>
            </a:srgb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4169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4A"/>
                </a:solidFill>
              </a:rPr>
              <a:t>ADMIN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21808" y="41513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GET /admin/users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21808" y="44256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1034</Words>
  <Application>Microsoft Office PowerPoint</Application>
  <PresentationFormat>Экран (16:9)</PresentationFormat>
  <Paragraphs>199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PptxGenJS</dc:creator>
  <cp:lastModifiedBy>Pulse</cp:lastModifiedBy>
  <cp:revision>4</cp:revision>
  <dcterms:created xsi:type="dcterms:W3CDTF">2026-04-24T01:19:20Z</dcterms:created>
  <dcterms:modified xsi:type="dcterms:W3CDTF">2026-04-24T08:38:00Z</dcterms:modified>
</cp:coreProperties>
</file>